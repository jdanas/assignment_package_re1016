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BF5B5-BC5F-4A64-877B-9A653F151CA3}" type="datetimeFigureOut">
              <a:rPr lang="en-SG" smtClean="0"/>
              <a:t>12/1/2024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FFFF0-ACE7-4206-9CC3-8428FE5E38E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6090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10D34-B0AD-4AA4-BA3B-756735EE2AFD}" type="datetime1">
              <a:rPr lang="en-SG" smtClean="0"/>
              <a:t>12/1/2024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88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9959C-E882-4BB1-8CAF-623B3904720F}" type="datetime1">
              <a:rPr lang="en-SG" smtClean="0"/>
              <a:t>12/1/2024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228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D6FD-117A-40CF-9250-756E4165754E}" type="datetime1">
              <a:rPr lang="en-SG" smtClean="0"/>
              <a:t>12/1/2024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22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0141-4E03-42C6-8396-F849D011C174}" type="datetime1">
              <a:rPr lang="en-SG" smtClean="0"/>
              <a:t>12/1/2024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627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4F6A-FD66-42BF-B1DB-52C76D2C2527}" type="datetime1">
              <a:rPr lang="en-SG" smtClean="0"/>
              <a:t>12/1/2024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533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30D8F-7214-4CFE-8D3B-5CFD0C9CAD59}" type="datetime1">
              <a:rPr lang="en-SG" smtClean="0"/>
              <a:t>12/1/2024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41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EF47C-178E-42A1-8FBB-153E824D3108}" type="datetime1">
              <a:rPr lang="en-SG" smtClean="0"/>
              <a:t>12/1/2024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SG"/>
              <a:t>RE1016 - Assignment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847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449178-B29E-4936-9135-590C3B946151}" type="datetime1">
              <a:rPr lang="en-SG" smtClean="0"/>
              <a:t>12/1/2024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SG"/>
              <a:t>RE1016 - Assignment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9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7DD4-6E42-4B1C-B8A0-7D2489944F83}" type="datetime1">
              <a:rPr lang="en-SG" smtClean="0"/>
              <a:t>12/1/2024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535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0E80D-D5D3-4CB0-B713-516AEADD3D7E}" type="datetime1">
              <a:rPr lang="en-SG" smtClean="0"/>
              <a:t>12/1/2024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299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2DEB6-360D-4ECC-910B-9F4FD837CFE9}" type="datetime1">
              <a:rPr lang="en-SG" smtClean="0"/>
              <a:t>12/1/2024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834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8E2EF4-2222-4C6A-AC49-2FE43A68BDB6}" type="datetime1">
              <a:rPr lang="en-SG" smtClean="0"/>
              <a:t>12/1/2024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SG"/>
              <a:t>RE1016 - Assignment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0EF272-B859-4706-AD6F-7DD0832975B2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10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7298-8881-472D-AAED-41D62FA03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RE1016 ASSIGNMENT 1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8BD49-8A72-4738-BABE-60F1AE7F25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Student Group:</a:t>
            </a:r>
          </a:p>
          <a:p>
            <a:r>
              <a:rPr lang="en-US" dirty="0"/>
              <a:t>Members: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0183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0026-04E6-464A-8962-0A5F9D68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Maze Design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16244-8951-43DB-961D-C1E39156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thinking process (Initial Sketch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→</a:t>
            </a:r>
            <a:r>
              <a:rPr lang="en-US" dirty="0">
                <a:sym typeface="Wingdings" panose="05000000000000000000" pitchFamily="2" charset="2"/>
              </a:rPr>
              <a:t> Interim Design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→</a:t>
            </a:r>
            <a:r>
              <a:rPr lang="en-US" dirty="0">
                <a:sym typeface="Wingdings" panose="05000000000000000000" pitchFamily="2" charset="2"/>
              </a:rPr>
              <a:t> Final Design)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0EE68-7D1E-40DD-9620-2A32D5CA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A5DB2-EDD9-4061-A90B-B056EBAD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004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A3B66-9EDA-490D-8D64-7B879172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Maze Solution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07554-BBDF-4B36-9909-A4EC4F672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 maze problem</a:t>
            </a:r>
            <a:r>
              <a:rPr lang="en-SG" dirty="0"/>
              <a:t> and how it is solved to achieve the defined objectives / goals </a:t>
            </a:r>
          </a:p>
          <a:p>
            <a:r>
              <a:rPr lang="en-SG" dirty="0"/>
              <a:t>Any challenges encountered when deriving the solution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5FB1A-2A1A-496D-9CE3-E93D9939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282E6-5543-4C19-BF88-20A09AF5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032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89C5-284A-4B94-B7FD-E1937B97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Thinking (CT)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FC41-88CC-4C04-A13E-86E2C8427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Computational Thinking concepts applied in both maze design and maze solution</a:t>
            </a:r>
          </a:p>
          <a:p>
            <a:r>
              <a:rPr lang="en-US" dirty="0"/>
              <a:t>Any change of CT concepts during the process and the reasons</a:t>
            </a:r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8B0CB-399E-4D9E-B6D0-33B94641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18B71-D0A4-415B-BBEB-415C70E0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85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0058-BDA3-4C75-B228-71D68351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Reflective Learning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45657-F323-4564-9F70-915A5B94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suggested but non-exhaustive guiding questions below: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After solving mazes created by other student groups, what have you learned in respect of applying Computational Thinking concepts?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you share any real-world scenarios where Computational Thinking concepts are applied or used?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you could use 3D MAZE in other areas apart from application of Computational Thinking concepts, what would it be?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your group used Gen AIs, any learning experience, challenges or limitations when using Gen AIs?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BD357-4099-43FA-A4D8-5308349A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5EA31-7101-45A3-A894-16FF2978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276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23CC-A5DE-4980-8A27-F9368FD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AA21-C8C2-4321-A8D1-9C31DDD8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learning experiences of Computational Thinking with 3D MAZE</a:t>
            </a:r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8C824-5D64-423F-BDA6-B289E7E9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F3143-4014-4FCC-9242-56D3BF99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1748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E89F-A8F1-4F1B-846F-A7099319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487D2-432B-466C-8C19-D38E1871C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sharing any other materials</a:t>
            </a:r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56ACF-F31A-4C9F-B140-183A3218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RE1016 - Assignment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9CDAE-87FF-4B56-A399-17930553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EF272-B859-4706-AD6F-7DD0832975B2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77759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209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RE1016 ASSIGNMENT 1</vt:lpstr>
      <vt:lpstr>Logic Maze Design</vt:lpstr>
      <vt:lpstr>Logic Maze Solution</vt:lpstr>
      <vt:lpstr>Computational Thinking (CT)</vt:lpstr>
      <vt:lpstr>Reflective Learning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RE1016 Assignment 1</dc:title>
  <dc:creator>Chit Lin Su</dc:creator>
  <cp:lastModifiedBy>Chit Lin Su</cp:lastModifiedBy>
  <cp:revision>47</cp:revision>
  <dcterms:created xsi:type="dcterms:W3CDTF">2022-02-17T07:14:23Z</dcterms:created>
  <dcterms:modified xsi:type="dcterms:W3CDTF">2024-01-11T17:12:44Z</dcterms:modified>
</cp:coreProperties>
</file>